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5D447-F676-4FF9-BC56-BE5465D8563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EB906-0FA5-4000-95F8-A9DA38EE1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809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6EB906-0FA5-4000-95F8-A9DA38EE1F8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56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BA3F-87C5-5AD9-ACEB-4E42E111A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90A72-1ED9-05A5-8B63-80D39062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E5269-F647-3542-42F9-8FBB0B2D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EEF20-FE15-D6C2-3F0A-D90D2F0B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98C79-F906-0B33-BE50-E39C1B7B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2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3CDE7-0BC9-61F4-4251-E66C5EE8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6AA70-6630-E571-01B8-4BAF11E5A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86E9C-04A9-90B8-77C7-B43F71D9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EA09C-0A5A-5333-7EB1-1BB4089C3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F9C91-8D08-49A3-B6FE-F40095E3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35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77D9-16DD-FCE7-54EE-217D2640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F69BF-193D-B820-F749-57AC04B62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1B10F-74CA-44EC-5319-5794ABBB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C32F1-FE3A-9AD5-3C94-14BE3484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26206-F7E8-2A5C-2A74-B9720AC70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94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D93E-6CFE-355B-DF11-D724CB3C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54AF4-F00D-C52F-3678-C343AFA30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A7A4E-7154-221A-7658-2C1F51D5A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3AEF7-03DD-BEB2-DC5B-B2364732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B5430-0094-D172-1E99-F3D59D501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34255-1C1E-E7BD-2651-51E31EE0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30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82E3-BCCD-E4BB-0571-71FDF6DC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9AF6D-4E9E-15B0-29D8-5E0FC5FD1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498DA-0CF1-0037-D756-1F94FD83E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F7D6C-DADB-A6C6-C4DD-1F0C00E976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9F368-6783-A2BC-551F-DCEF275BB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E9084-2586-5228-9B09-5E4A82836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5656E-34A4-4EDF-9D16-83073280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AF8785-8BB0-6DC1-F2A9-73C8F884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959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6ECD-B476-E6E9-EE24-BE3F51780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73E7D-BBAB-5B2D-435D-968B13A1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3EFE4-A270-EF7B-DDD4-0A2E41EBE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2974E-5EFF-6C99-837C-45206612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52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76388-B176-3061-5275-134A5F96C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E6C51-D81E-8B17-E59E-E282B3675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253EF-D100-F839-4CD1-BCC35778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854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33B4-6386-7156-0C05-F101512B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C9D1-84FE-C0E7-57C4-EF990D98F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F8C97-A2F3-F5B0-8083-4D24AF9C2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982CE-E686-44E3-794F-924EC4B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E4AAC-C932-EBA6-D027-B3E5B127C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77D48-42E9-FCDF-098B-DBAA87B2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62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F033-973A-437D-3C3F-6E836EA7F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0D004-6C73-6379-B5E9-0916D667C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BDE9E-EBB4-86AE-3FF2-C4B3C6D1C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2C20C-DA5A-1666-ED0B-60246BC1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626D0-B7F9-3D8D-76E1-7B429C760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66FBD-6DDB-25DD-C3F1-6B4E960D3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59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6CBB-07E0-247B-F5DB-83CF0C32C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91340-76E4-AC74-56E7-DC40FCC21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2D2A7-2784-42F6-0822-8EF5CFF88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43862-144D-2376-3116-6B7FC3FF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A7731-91DF-CACC-E0BB-BFA73292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532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61C363-CBFB-67AD-EC36-86DD598598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176FD-1481-5BF9-9338-32BE19339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EEEE9-EC1D-C16F-4716-35E9BF34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A1538-92B0-B78C-6D3F-5AC93ABA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00912-CBF0-EAC5-A93E-4F16EABF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9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75147-F245-219F-182E-E2A4D32F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91447-328A-5EB1-3802-56AA3FEC9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F86D4-63E5-7DA4-BFE8-4AF7CF5509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642AB-9619-4C13-A5A7-C5878091461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C98C6-D81C-195D-8F86-56CD0F63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684DA-DFC6-C310-837E-0193D1929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68801-DBB9-4227-A7CE-7EBE83794B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16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EB8045-699D-62B3-3477-EE572304C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43"/>
            <a:ext cx="12189260" cy="685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2418B5-0B98-795F-F513-44992DA54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690"/>
            <a:ext cx="12192000" cy="689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3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FBE598-2C8B-15B6-0197-AAF7B7A1D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763"/>
            <a:ext cx="12191999" cy="690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60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DEC7EF-2D58-8F32-3CCC-AE84A67A5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162"/>
            <a:ext cx="12192000" cy="687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3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57A8A-AD72-212D-9B23-C2A3D4A63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658"/>
            <a:ext cx="12191999" cy="688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9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C8BEA-742C-89E3-F0CB-CF1B5A6D3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3" y="0"/>
            <a:ext cx="12167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40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622E12-15EA-BD31-A807-94AF60D4B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7"/>
            <a:ext cx="12192000" cy="685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0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73157F-F427-8264-FA38-E662509B4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338"/>
            <a:ext cx="12169145" cy="688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2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85799B-659C-7D42-2A15-0111F228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5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BDD3BD-20CB-E86D-2C90-464C87045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44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6469C-74B4-FE7D-85D0-61511F45B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832F0-CCF2-E25A-888D-36EA43965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4"/>
            <a:ext cx="12192000" cy="687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98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9C110-7F67-8FFC-2D64-84C3BC57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26B31C-4C3C-EB06-3F9D-769738BA2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302" y="0"/>
            <a:ext cx="12270302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3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044B8F-D426-D845-4816-E098A2B82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748" y="0"/>
            <a:ext cx="1228549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17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Widescreen</PresentationFormat>
  <Paragraphs>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mitha</dc:creator>
  <cp:lastModifiedBy>madhu mitha</cp:lastModifiedBy>
  <cp:revision>2</cp:revision>
  <dcterms:created xsi:type="dcterms:W3CDTF">2025-11-19T09:03:43Z</dcterms:created>
  <dcterms:modified xsi:type="dcterms:W3CDTF">2025-11-19T09:08:15Z</dcterms:modified>
</cp:coreProperties>
</file>